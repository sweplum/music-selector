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</p:sldIdLst>
  <p:sldSz cx="12192000" cy="6858000"/>
  <p:notesSz cx="6858000" cy="9144000"/>
  <p:embeddedFontLst>
    <p:embeddedFont>
      <p:font typeface="Abril Fatface" panose="020F0502020204030204" pitchFamily="2" charset="0"/>
      <p:regular r:id="rId7"/>
    </p:embeddedFont>
    <p:embeddedFont>
      <p:font typeface="Poppins" panose="00000500000000000000" pitchFamily="2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78D8CD-8215-3907-5131-5A810926C73B}" v="50" dt="2026-06-09T11:04:56.269"/>
    <p1510:client id="{4D2B69EA-6E16-6C00-7845-640A15A3E789}" v="72" dt="2026-06-09T11:12:4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5496" y="3234698"/>
            <a:ext cx="2860553" cy="7143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31" b="0" i="0">
                <a:solidFill>
                  <a:srgbClr val="222222"/>
                </a:solidFill>
                <a:latin typeface="Abril Fatface"/>
              </a:rPr>
              <a:t>Music 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4115" y="4105023"/>
            <a:ext cx="4283315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Poppins"/>
              </a:rPr>
              <a:t>Grab your headphones — let's share some bangers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1522214"/>
            <a:ext cx="3657600" cy="4872632"/>
          </a:xfrm>
          <a:prstGeom prst="roundRect">
            <a:avLst>
              <a:gd name="adj" fmla="val 4166"/>
            </a:avLst>
          </a:prstGeom>
          <a:solidFill>
            <a:srgbClr val="0000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943100" y="1765994"/>
            <a:ext cx="533400" cy="533400"/>
          </a:xfrm>
          <a:prstGeom prst="ellipse">
            <a:avLst/>
          </a:prstGeom>
          <a:solidFill>
            <a:srgbClr val="8F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447" y="1918322"/>
            <a:ext cx="228594" cy="2286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67200" y="1522214"/>
            <a:ext cx="3657600" cy="4872632"/>
          </a:xfrm>
          <a:prstGeom prst="roundRect">
            <a:avLst>
              <a:gd name="adj" fmla="val 4166"/>
            </a:avLst>
          </a:prstGeom>
          <a:solidFill>
            <a:srgbClr val="0000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829300" y="1765994"/>
            <a:ext cx="533400" cy="533400"/>
          </a:xfrm>
          <a:prstGeom prst="ellipse">
            <a:avLst/>
          </a:prstGeom>
          <a:solidFill>
            <a:srgbClr val="587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1546" y="1941205"/>
            <a:ext cx="228586" cy="1828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53399" y="1522214"/>
            <a:ext cx="3657600" cy="4872632"/>
          </a:xfrm>
          <a:prstGeom prst="roundRect">
            <a:avLst>
              <a:gd name="adj" fmla="val 4166"/>
            </a:avLst>
          </a:prstGeom>
          <a:solidFill>
            <a:srgbClr val="0000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715500" y="1765994"/>
            <a:ext cx="533400" cy="533400"/>
          </a:xfrm>
          <a:prstGeom prst="ellipse">
            <a:avLst/>
          </a:prstGeom>
          <a:solidFill>
            <a:srgbClr val="547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4796" y="1932616"/>
            <a:ext cx="214307" cy="2000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0990" y="285742"/>
            <a:ext cx="3839074" cy="67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800" b="0" i="0">
                <a:solidFill>
                  <a:srgbClr val="222222"/>
                </a:solidFill>
                <a:latin typeface="Abril Fatface"/>
              </a:rPr>
              <a:t>Tonight's Lineup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90" y="1004118"/>
            <a:ext cx="7097882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9" b="0" i="0">
                <a:solidFill>
                  <a:srgbClr val="222222"/>
                </a:solidFill>
                <a:latin typeface="Poppins"/>
              </a:rPr>
              <a:t>Here's the shape of the evening — three simple phases, maximum good vibes.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5043" y="2436404"/>
            <a:ext cx="569253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222222"/>
                </a:solidFill>
                <a:latin typeface="Poppins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0532" y="2678243"/>
            <a:ext cx="2098275" cy="3143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84" b="0" i="0">
                <a:solidFill>
                  <a:srgbClr val="222222"/>
                </a:solidFill>
                <a:latin typeface="Abril Fatface"/>
              </a:rPr>
              <a:t>Song Presentations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2199" y="3101351"/>
            <a:ext cx="1494941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45" b="0" i="0">
                <a:solidFill>
                  <a:srgbClr val="222222"/>
                </a:solidFill>
                <a:latin typeface="Poppins"/>
              </a:rPr>
              <a:t>Up to 10 mins 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8496" y="2436404"/>
            <a:ext cx="594553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222222"/>
                </a:solidFill>
                <a:latin typeface="Poppins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4354" y="2678243"/>
            <a:ext cx="2482837" cy="3143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84" b="0" i="0">
                <a:solidFill>
                  <a:srgbClr val="222222"/>
                </a:solidFill>
                <a:latin typeface="Abril Fatface"/>
              </a:rPr>
              <a:t>Discussion &amp;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8954" y="3101351"/>
            <a:ext cx="873636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Poppins"/>
              </a:rPr>
              <a:t>Up to 5 mins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2515" y="2436404"/>
            <a:ext cx="59886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222222"/>
                </a:solidFill>
                <a:latin typeface="Poppins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6867" y="2678243"/>
            <a:ext cx="1650016" cy="3143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84" b="0" i="0">
                <a:solidFill>
                  <a:srgbClr val="222222"/>
                </a:solidFill>
                <a:latin typeface="Abril Fatface"/>
              </a:rPr>
              <a:t>Spin the Wheel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2195" y="3101351"/>
            <a:ext cx="2239360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45" b="0" i="0">
                <a:solidFill>
                  <a:srgbClr val="222222"/>
                </a:solidFill>
                <a:latin typeface="Poppins"/>
              </a:rPr>
              <a:t>Reveal next week's category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8480E810-1AC3-A4FB-A857-4083472A0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1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409709" y="387131"/>
            <a:ext cx="1113532" cy="281880"/>
          </a:xfrm>
          <a:prstGeom prst="roundRect">
            <a:avLst>
              <a:gd name="adj" fmla="val 50000"/>
            </a:avLst>
          </a:prstGeom>
          <a:solidFill>
            <a:srgbClr val="EB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9709" y="3452693"/>
            <a:ext cx="2943522" cy="432196"/>
          </a:xfrm>
          <a:prstGeom prst="roundRect">
            <a:avLst>
              <a:gd name="adj" fmla="val 35261"/>
            </a:avLst>
          </a:prstGeom>
          <a:solidFill>
            <a:srgbClr val="0000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7161" y="3592468"/>
            <a:ext cx="152396" cy="1523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61981" y="432777"/>
            <a:ext cx="80871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222222"/>
                </a:solidFill>
                <a:latin typeface="Poppins"/>
              </a:rPr>
              <a:t>Phase 1 of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9585" y="752750"/>
            <a:ext cx="3333815" cy="533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94" b="0" i="0">
                <a:solidFill>
                  <a:srgbClr val="222222"/>
                </a:solidFill>
                <a:latin typeface="Abril Fatface"/>
              </a:rPr>
              <a:t>Present Your Song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9585" y="1367097"/>
            <a:ext cx="5287135" cy="4799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Poppins"/>
              </a:rPr>
              <a:t>You have up to 10 minutes — play it, introduce it, and tell us why you picked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0935" y="3568656"/>
            <a:ext cx="2364522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222222"/>
                </a:solidFill>
                <a:latin typeface="Poppins"/>
              </a:rPr>
              <a:t>Up to 10 minutes per participant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9585" y="2073566"/>
            <a:ext cx="6857828" cy="11657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19089" indent="-419089" algn="l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sz="1091" b="0" i="0">
                <a:solidFill>
                  <a:srgbClr val="222222"/>
                </a:solidFill>
                <a:latin typeface="Poppins"/>
              </a:rPr>
              <a:t>Play your chosen song </a:t>
            </a:r>
            <a:r>
              <a:rPr sz="1055" b="1" i="0">
                <a:solidFill>
                  <a:srgbClr val="222222"/>
                </a:solidFill>
                <a:latin typeface="Poppins"/>
              </a:rPr>
              <a:t>(or a key excerpt if it's long)</a:t>
            </a:r>
          </a:p>
          <a:p>
            <a:pPr marL="419089" indent="-419089" algn="l">
              <a:lnSpc>
                <a:spcPts val="1637"/>
              </a:lnSpc>
              <a:spcBef>
                <a:spcPts val="89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sz="1091" b="0" i="0">
                <a:solidFill>
                  <a:srgbClr val="222222"/>
                </a:solidFill>
                <a:latin typeface="Poppins"/>
              </a:rPr>
              <a:t>Give a quick intro: </a:t>
            </a:r>
            <a:r>
              <a:rPr sz="1055" b="1" i="0">
                <a:solidFill>
                  <a:srgbClr val="222222"/>
                </a:solidFill>
                <a:latin typeface="Poppins"/>
              </a:rPr>
              <a:t>what is it, who's it by, why does it fit the category?</a:t>
            </a:r>
          </a:p>
          <a:p>
            <a:pPr marL="419089" indent="-419089" algn="l">
              <a:lnSpc>
                <a:spcPts val="1637"/>
              </a:lnSpc>
              <a:spcBef>
                <a:spcPts val="89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sz="1091" b="0" i="0">
                <a:solidFill>
                  <a:srgbClr val="222222"/>
                </a:solidFill>
                <a:latin typeface="Poppins"/>
              </a:rPr>
              <a:t>No slides or prep required — </a:t>
            </a:r>
            <a:r>
              <a:rPr sz="1055" b="1" i="0">
                <a:solidFill>
                  <a:srgbClr val="222222"/>
                </a:solidFill>
                <a:latin typeface="Poppins"/>
              </a:rPr>
              <a:t>just the music and your passion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BF6A4-908E-7AAA-6020-AAA34BCC5506}"/>
              </a:ext>
            </a:extLst>
          </p:cNvPr>
          <p:cNvSpPr/>
          <p:nvPr/>
        </p:nvSpPr>
        <p:spPr>
          <a:xfrm>
            <a:off x="-3858" y="964"/>
            <a:ext cx="3296854" cy="68560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F16115-AA15-C0C7-1EE6-C5BF05424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048" y="-3"/>
            <a:ext cx="685896" cy="6573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95AABD-89B1-7C2D-8560-F88E10DDAA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848" y="657314"/>
            <a:ext cx="685896" cy="657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6AA2F5-E4AA-2A5E-7817-71C07C80A1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744" y="1313664"/>
            <a:ext cx="685896" cy="6573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52CB91-FB3D-262D-636D-D3CDDE5F3F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3640" y="1970014"/>
            <a:ext cx="685896" cy="6573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793011-6046-CBB4-268C-F4BE8BC14B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744" y="2624430"/>
            <a:ext cx="685896" cy="6573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B0F51E3-35BD-23AC-3637-36EDF30964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848" y="3281747"/>
            <a:ext cx="685896" cy="6573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9AFD25-FDEB-0EC8-9A91-356EF2B65F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048" y="3939064"/>
            <a:ext cx="685896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1141214"/>
            <a:ext cx="2471291" cy="251221"/>
          </a:xfrm>
          <a:prstGeom prst="roundRect">
            <a:avLst>
              <a:gd name="adj" fmla="val 50000"/>
            </a:avLst>
          </a:prstGeom>
          <a:solidFill>
            <a:srgbClr val="EB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287" y="1205775"/>
            <a:ext cx="121887" cy="1218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000" y="1575196"/>
            <a:ext cx="2526208" cy="4760862"/>
          </a:xfrm>
          <a:prstGeom prst="roundRect">
            <a:avLst>
              <a:gd name="adj" fmla="val 6032"/>
            </a:avLst>
          </a:prstGeom>
          <a:solidFill>
            <a:srgbClr val="0000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33400" y="1742777"/>
            <a:ext cx="365670" cy="365670"/>
          </a:xfrm>
          <a:prstGeom prst="ellipse">
            <a:avLst/>
          </a:prstGeom>
          <a:solidFill>
            <a:srgbClr val="8F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944" y="1861838"/>
            <a:ext cx="152396" cy="130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99394" y="3888759"/>
            <a:ext cx="76212" cy="1333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348930" y="1575196"/>
            <a:ext cx="2526208" cy="4760862"/>
          </a:xfrm>
          <a:prstGeom prst="roundRect">
            <a:avLst>
              <a:gd name="adj" fmla="val 6032"/>
            </a:avLst>
          </a:prstGeom>
          <a:solidFill>
            <a:srgbClr val="0000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01330" y="1742777"/>
            <a:ext cx="365670" cy="365670"/>
          </a:xfrm>
          <a:prstGeom prst="ellipse">
            <a:avLst/>
          </a:prstGeom>
          <a:solidFill>
            <a:srgbClr val="587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7801" y="1858816"/>
            <a:ext cx="15242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7251" y="3888759"/>
            <a:ext cx="76212" cy="13339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16860" y="1575196"/>
            <a:ext cx="2526208" cy="4760862"/>
          </a:xfrm>
          <a:prstGeom prst="roundRect">
            <a:avLst>
              <a:gd name="adj" fmla="val 6032"/>
            </a:avLst>
          </a:prstGeom>
          <a:solidFill>
            <a:srgbClr val="0000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69260" y="1742777"/>
            <a:ext cx="365670" cy="365670"/>
          </a:xfrm>
          <a:prstGeom prst="ellipse">
            <a:avLst/>
          </a:prstGeom>
          <a:solidFill>
            <a:srgbClr val="547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2045" y="1857758"/>
            <a:ext cx="139711" cy="13547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5107" y="3888759"/>
            <a:ext cx="76212" cy="13339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284791" y="1575196"/>
            <a:ext cx="2526208" cy="4760862"/>
          </a:xfrm>
          <a:prstGeom prst="roundRect">
            <a:avLst>
              <a:gd name="adj" fmla="val 6032"/>
            </a:avLst>
          </a:prstGeom>
          <a:solidFill>
            <a:srgbClr val="0000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37191" y="1742777"/>
            <a:ext cx="365670" cy="365670"/>
          </a:xfrm>
          <a:prstGeom prst="ellipse">
            <a:avLst/>
          </a:prstGeom>
          <a:solidFill>
            <a:srgbClr val="7E6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53038" y="1849292"/>
            <a:ext cx="123821" cy="1523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0990" y="285742"/>
            <a:ext cx="5381043" cy="476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48" b="0" i="0">
                <a:solidFill>
                  <a:srgbClr val="222222"/>
                </a:solidFill>
                <a:latin typeface="Abril Fatface"/>
              </a:rPr>
              <a:t>Phase 2 — Discussion &amp;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806032"/>
            <a:ext cx="8324790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9" b="0" i="0">
                <a:solidFill>
                  <a:srgbClr val="222222"/>
                </a:solidFill>
                <a:latin typeface="Poppins"/>
              </a:rPr>
              <a:t>After each presentation, the group gets 5 minutes to react, connect, and celebrate the pick.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453" y="1171545"/>
            <a:ext cx="1708801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2222"/>
                </a:solidFill>
                <a:latin typeface="Poppins"/>
              </a:rPr>
              <a:t>Up to </a:t>
            </a:r>
            <a:r>
              <a:rPr lang="en-US" sz="850" b="1">
                <a:solidFill>
                  <a:srgbClr val="222222"/>
                </a:solidFill>
                <a:latin typeface="Poppins"/>
              </a:rPr>
              <a:t>1</a:t>
            </a:r>
            <a:r>
              <a:rPr sz="850" b="1" i="0">
                <a:solidFill>
                  <a:srgbClr val="222222"/>
                </a:solidFill>
                <a:latin typeface="Poppins"/>
              </a:rPr>
              <a:t> minutes per participant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386" y="2161674"/>
            <a:ext cx="332027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03" b="0" i="0">
                <a:solidFill>
                  <a:srgbClr val="C4607A"/>
                </a:solidFill>
                <a:latin typeface="Abril Fatface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386" y="2586270"/>
            <a:ext cx="500645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222222"/>
                </a:solidFill>
                <a:latin typeface="Poppins"/>
              </a:rPr>
              <a:t>Feel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386" y="2867697"/>
            <a:ext cx="2190844" cy="447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91" b="0" i="0">
                <a:solidFill>
                  <a:srgbClr val="333333"/>
                </a:solidFill>
                <a:latin typeface="Poppins"/>
              </a:rPr>
              <a:t>What did the song make you feel?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1242" y="2161674"/>
            <a:ext cx="370721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03" b="0" i="0">
                <a:solidFill>
                  <a:srgbClr val="4A8C6A"/>
                </a:solidFill>
                <a:latin typeface="Abril Fatface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1242" y="2586270"/>
            <a:ext cx="1369035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222222"/>
                </a:solidFill>
                <a:latin typeface="Poppins"/>
              </a:rPr>
              <a:t>Category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1242" y="2867697"/>
            <a:ext cx="1953915" cy="676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91" b="0" i="0">
                <a:solidFill>
                  <a:srgbClr val="333333"/>
                </a:solidFill>
                <a:latin typeface="Poppins"/>
              </a:rPr>
              <a:t>Did it fit the category — or bend it in an interesting way?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9099" y="2161674"/>
            <a:ext cx="377121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03" b="0" i="0">
                <a:solidFill>
                  <a:srgbClr val="3878A8"/>
                </a:solidFill>
                <a:latin typeface="Abril Fatface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9099" y="2586270"/>
            <a:ext cx="980008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222222"/>
                </a:solidFill>
                <a:latin typeface="Poppins"/>
              </a:rPr>
              <a:t>Shout it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9099" y="2867697"/>
            <a:ext cx="1910607" cy="447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91" b="0" i="0">
                <a:solidFill>
                  <a:srgbClr val="333333"/>
                </a:solidFill>
                <a:latin typeface="Poppins"/>
              </a:rPr>
              <a:t>Shout out something you loved about the pick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6955" y="2161674"/>
            <a:ext cx="386199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03" b="0" i="0">
                <a:solidFill>
                  <a:srgbClr val="7A5AAA"/>
                </a:solidFill>
                <a:latin typeface="Abril Fatface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955" y="2586270"/>
            <a:ext cx="1005308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222222"/>
                </a:solidFill>
                <a:latin typeface="Poppins"/>
              </a:rPr>
              <a:t>Keep it kind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955" y="2867697"/>
            <a:ext cx="2176854" cy="447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91" b="0" i="0">
                <a:solidFill>
                  <a:srgbClr val="333333"/>
                </a:solidFill>
                <a:latin typeface="Poppins"/>
              </a:rPr>
              <a:t>Constructive &amp; cheerful — all taste is valid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76678" y="1828903"/>
            <a:ext cx="3513148" cy="67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800" b="0" i="0">
                <a:solidFill>
                  <a:srgbClr val="222222"/>
                </a:solidFill>
                <a:latin typeface="Abril Fatface"/>
              </a:rPr>
              <a:t>Spin the 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8" y="2577787"/>
            <a:ext cx="6746805" cy="531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9" b="0" i="0">
                <a:solidFill>
                  <a:srgbClr val="222222"/>
                </a:solidFill>
                <a:latin typeface="Poppins"/>
              </a:rPr>
              <a:t>At the end of the night, we spin the wheel to reveal next week's category — and the anticipation begins.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678" y="3316849"/>
            <a:ext cx="6934026" cy="1257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245" indent="-18224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Font typeface="Poppins" charset="0"/>
              <a:buChar char="●"/>
            </a:pPr>
            <a:r>
              <a:rPr sz="1300" b="0" i="0" dirty="0">
                <a:solidFill>
                  <a:srgbClr val="222222"/>
                </a:solidFill>
                <a:latin typeface="Poppins"/>
              </a:rPr>
              <a:t>The wheel contains a</a:t>
            </a:r>
            <a:r>
              <a:rPr lang="en-US" sz="1300" b="0" i="0" dirty="0">
                <a:solidFill>
                  <a:srgbClr val="222222"/>
                </a:solidFill>
                <a:latin typeface="Poppins"/>
              </a:rPr>
              <a:t> variety</a:t>
            </a:r>
            <a:r>
              <a:rPr sz="1300" b="0" i="0" dirty="0">
                <a:solidFill>
                  <a:srgbClr val="222222"/>
                </a:solidFill>
                <a:latin typeface="Poppins"/>
              </a:rPr>
              <a:t> available categories </a:t>
            </a:r>
            <a:r>
              <a:rPr lang="en-US" sz="1300" b="0" i="0" dirty="0">
                <a:solidFill>
                  <a:srgbClr val="222222"/>
                </a:solidFill>
                <a:latin typeface="Poppins"/>
              </a:rPr>
              <a:t>with descriptions</a:t>
            </a:r>
          </a:p>
          <a:p>
            <a:pPr marL="182245" indent="-182245"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Font typeface="Poppins" charset="0"/>
              <a:buChar char="●"/>
            </a:pPr>
            <a:r>
              <a:rPr sz="1309" b="0" i="0" dirty="0">
                <a:solidFill>
                  <a:srgbClr val="222222"/>
                </a:solidFill>
                <a:latin typeface="Poppins"/>
              </a:rPr>
              <a:t>Wherever it lands is next week's theme — </a:t>
            </a:r>
            <a:r>
              <a:rPr lang="en-US" sz="1309" b="0" i="0" dirty="0">
                <a:solidFill>
                  <a:srgbClr val="222222"/>
                </a:solidFill>
                <a:latin typeface="Poppins"/>
              </a:rPr>
              <a:t>each person has 1 veto/skip per week</a:t>
            </a:r>
            <a:endParaRPr sz="1309" b="0" i="0" dirty="0">
              <a:solidFill>
                <a:srgbClr val="222222"/>
              </a:solidFill>
              <a:latin typeface="Poppins"/>
              <a:cs typeface="Poppins"/>
            </a:endParaRPr>
          </a:p>
          <a:p>
            <a:pPr marL="182245" indent="-182245" algn="l">
              <a:lnSpc>
                <a:spcPts val="1965"/>
              </a:lnSpc>
              <a:spcBef>
                <a:spcPts val="779"/>
              </a:spcBef>
              <a:spcAft>
                <a:spcPts val="0"/>
              </a:spcAft>
              <a:buClr>
                <a:srgbClr val="222222"/>
              </a:buClr>
              <a:buSzPct val="100000"/>
              <a:buFont typeface="Poppins" charset="0"/>
              <a:buChar char="●"/>
            </a:pPr>
            <a:r>
              <a:rPr sz="1300" b="0" i="0" dirty="0">
                <a:solidFill>
                  <a:srgbClr val="222222"/>
                </a:solidFill>
                <a:latin typeface="Poppins"/>
              </a:rPr>
              <a:t>Start thinking early: the best picks are the ones you've lived with for a week</a:t>
            </a:r>
            <a:endParaRPr lang="en-NZ" sz="1300" dirty="0">
              <a:solidFill>
                <a:srgbClr val="222222"/>
              </a:solidFill>
              <a:latin typeface="Poppins"/>
              <a:cs typeface="Poppins"/>
            </a:endParaRPr>
          </a:p>
          <a:p>
            <a:pPr marL="182245" indent="-182245" algn="l">
              <a:lnSpc>
                <a:spcPts val="1965"/>
              </a:lnSpc>
              <a:spcBef>
                <a:spcPts val="779"/>
              </a:spcBef>
              <a:spcAft>
                <a:spcPts val="0"/>
              </a:spcAft>
              <a:buClr>
                <a:srgbClr val="222222"/>
              </a:buClr>
              <a:buSzPct val="100000"/>
              <a:buFont typeface="Poppins" charset="0"/>
              <a:buChar char="●"/>
            </a:pPr>
            <a:r>
              <a:rPr lang="en-NZ" sz="1300" b="0" i="0" dirty="0">
                <a:solidFill>
                  <a:srgbClr val="222222"/>
                </a:solidFill>
                <a:latin typeface="Poppins"/>
                <a:cs typeface="Poppins"/>
              </a:rPr>
              <a:t>People can request to add items to the wheel</a:t>
            </a:r>
            <a:endParaRPr sz="1300" b="0" i="0" dirty="0">
              <a:solidFill>
                <a:srgbClr val="222222"/>
              </a:solidFill>
              <a:latin typeface="Poppins"/>
              <a:cs typeface="Poppi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39224-E54B-C08D-BEF6-245919D1D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7497"/>
            <a:ext cx="4715533" cy="4163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686d94b6-c28f-4116-9057-f1934874a23d}" enabled="1" method="Standard" siteId="{c743833b-ae18-44a0-9e7c-675bffb00f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Abril Fatface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Stephen McLeod</dc:creator>
  <cp:keywords/>
  <dc:description>generated using python-pptx</dc:description>
  <cp:lastModifiedBy>Stephen McLeod</cp:lastModifiedBy>
  <cp:revision>32</cp:revision>
  <dcterms:created xsi:type="dcterms:W3CDTF">2026-06-09T10:55:30Z</dcterms:created>
  <dcterms:modified xsi:type="dcterms:W3CDTF">2026-06-09T11:17:01Z</dcterms:modified>
  <cp:category/>
</cp:coreProperties>
</file>